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Beam is a browser-based file transfer: QR or six-character code, no account and no app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familiar friction. No statistics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Receive screen shows QR and code. Sender opens the link or types the code, picks a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Captured from the running app in Chromium on one machine (localhost). Not a two-device or cross-network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file demo.txt, 48 bytes; on-disk bytes verified equal to the source. Single-machine browser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items below are read from the current source (server.js, public/app.js).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overstate: loopback single-machine run, not physical phones. 2 failures are environment-only (no LAN interface in test container).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General Podium from the Dublin HacX doc. This is our argument with evidence, not a predicted score. Points: Tech 20, Innovation 15, Impact 20, Completeness 15, Design 10, Presentation 10, Judge preference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file to a computer running Beam. Scan a code or type one. No sender account, no sender app.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needs only a browser  |  Receiver runs the Beam server (Node.js)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 HacX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325880"/>
            <a:ext cx="4846320" cy="3392424"/>
          </a:xfrm>
          <a:prstGeom prst="roundRect">
            <a:avLst>
              <a:gd name="adj" fmla="val 1617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9" name="Image 0" descr="/downloads/receive-0d3096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4754880" cy="3300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95560" y="2697480"/>
            <a:ext cx="1737360" cy="3657600"/>
          </a:xfrm>
          <a:prstGeom prst="roundRect">
            <a:avLst>
              <a:gd name="adj" fmla="val 3158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11" name="Image 1" descr="/downloads/phone-send-f2b204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0"/>
            <a:ext cx="16459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Mixed-device file sharing is still awkward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is the hard part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bytes is easy. Getting two unrelated devices to find each other is where it falls apart.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61772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Mixed-device friction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1772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and a laptop from different makers often need a workaround to share one file.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38160" y="1920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41248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add steps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41248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chat apps and cloud drives need an account, an app or a round trip through a service.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aims for pairing with almost no thought: scan or type a code, then send.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Pair, send, receive: no sender setup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A0B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receiver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Beam server (Node.js) on the receiving computer, reachable on the network by the other device. Open it: QR code and 6-character code appear.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8288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6D7CFF"/>
          </a:solidFill>
          <a:ln w="12700">
            <a:solidFill>
              <a:srgbClr val="0A0B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492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1772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sending device, scan the QR with the camera, or type the code on the Send tab. A browser is enough.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18288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A0B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41248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file. It uploads in chunks and appears on the receiver with live progress.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computers? </a:t>
            </a:r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computers open the same Beam server. Each screen has Receive and Send tabs, so one can show a code and the other can type it, with no camera. Connect checks the code with the server before you pick a file, so a typo fails immediately.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receiving screen and the sending screen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6309360" cy="4407408"/>
          </a:xfrm>
          <a:prstGeom prst="roundRect">
            <a:avLst>
              <a:gd name="adj" fmla="val 1245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7" name="Image 0" descr="/downloads/receive-0d3096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217920" cy="43159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6680" y="1508760"/>
            <a:ext cx="2286000" cy="4837176"/>
          </a:xfrm>
          <a:prstGeom prst="roundRect">
            <a:avLst>
              <a:gd name="adj" fmla="val 2400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9" name="Image 1" descr="/downloads/phone-send-f2b204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2194560" cy="47457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6080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Receiver: QR, code, incoming list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195560" y="21031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width view, paired to the code shown on the left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goes in one side and lands on the other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6309360" cy="4407408"/>
          </a:xfrm>
          <a:prstGeom prst="roundRect">
            <a:avLst>
              <a:gd name="adj" fmla="val 1245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7" name="Image 0" descr="/downloads/received-f68f3a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217920" cy="43159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6680" y="1508760"/>
            <a:ext cx="2286000" cy="4837176"/>
          </a:xfrm>
          <a:prstGeom prst="roundRect">
            <a:avLst>
              <a:gd name="adj" fmla="val 2400"/>
            </a:avLst>
          </a:prstGeom>
          <a:solidFill>
            <a:srgbClr val="262A38"/>
          </a:solidFill>
          <a:ln w="12700">
            <a:solidFill>
              <a:srgbClr val="262A38"/>
            </a:solidFill>
            <a:prstDash val="solid"/>
          </a:ln>
        </p:spPr>
      </p:sp>
      <p:pic>
        <p:nvPicPr>
          <p:cNvPr id="9" name="Image 1" descr="/downloads/delivered-02db78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2194560" cy="47457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6080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Receiver: demo.txt saved, Download and Show in folder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19556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shows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finish the transfer, not just start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457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MB chunks, pipelined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go up in 5 MB chunks with several in flight at once, written at fixed offsets.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057400"/>
            <a:ext cx="457200" cy="54864"/>
          </a:xfrm>
          <a:prstGeom prst="rect">
            <a:avLst/>
          </a:prstGeom>
          <a:solidFill>
            <a:srgbClr val="6D7CFF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progress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receiver is updated through server-sent events (SSE). The sender’s progress comes from its own browser upload events.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3816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2057400"/>
            <a:ext cx="457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filenames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parts and characters that break paths are stripped; names are capped at 180 characters.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251960"/>
            <a:ext cx="457200" cy="54864"/>
          </a:xfrm>
          <a:prstGeom prst="rect">
            <a:avLst/>
          </a:prstGeom>
          <a:solidFill>
            <a:srgbClr val="6D7CFF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sessions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296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 use 6 random characters from an alphabet without look-alikes. Sessions expire after 10 minutes.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43400" y="39776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4251960"/>
            <a:ext cx="457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cap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61772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limit, 2 GB by default, rejects oversized files before upload.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38160" y="39776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0" y="4251960"/>
            <a:ext cx="457200" cy="54864"/>
          </a:xfrm>
          <a:prstGeom prst="rect">
            <a:avLst/>
          </a:prstGeom>
          <a:solidFill>
            <a:srgbClr val="6D7CFF"/>
          </a:solidFill>
          <a:ln w="12700">
            <a:solidFill>
              <a:srgbClr val="1214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previews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41248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files get a thumbnail on the receiver. SVG is excluded from previews.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AND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tested, and what we didn’t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63640" y="17830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2141C"/>
          </a:solidFill>
          <a:ln w="12700">
            <a:solidFill>
              <a:srgbClr val="262A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of 54 automated socket tests pass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Byte-exact chunked upload, including scrambled chunk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progress, download, image previews, filename safety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run: QR and code created, phone-width send page opened, file delivered, bytes equal on disk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code rejected; valid code accepted in lower case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verified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tests need a LAN network interface, absent in our test environment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was on one machine, not two physical devices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camera scan of the QR yet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cross-network or tunnel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pass through the server; no end-to-end encryption claim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Beam maps to the judging criteria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 |  Dublin HacX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0080"/>
                <a:gridCol w="74980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execution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Chunked pipelined upload, live progress, path-safe names, size cap, session expiry, 52/54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&amp; Creativity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transfer is an existing category; our angle is account-free browser sending with a computer-controlled receiver and code fallback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&amp; Usefulness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familiar problem with plausible users; fewer steps for the sender. Demand is not measured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Completeness &amp; Working Demo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browser upload, saved file, bytes verified. Browser simulation, not physical phones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&amp; 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screen per role, dark UI, large code, state always visible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demo of the real flow; limits stated plainly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Judge’s Preference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7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pick; our part is a direct, easy-to-follow demo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Scan. Send. Done.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 sending: no sender account, no sender app. Runs from a Node.js server on the receiving computer.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github.com/the-X-alien/beam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 HacX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2026-10-04T01:56:03Z</dcterms:created>
  <dcterms:modified xsi:type="dcterms:W3CDTF">2026-10-04T01:56:03Z</dcterms:modified>
</cp:coreProperties>
</file>